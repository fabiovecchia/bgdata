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0C307-7755-08A5-315F-8A7E0F22D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4B1C30-0C94-ECDE-6237-3108672A3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C1CCDC-E4ED-A5F0-EA5A-755B5F27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BE2BDD-D4B7-3DFB-97E7-94D93255C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21A20D-C9A7-2EBA-4EFF-9E640B47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473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8200B-9BDD-B637-7FD8-9BA5904C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7AE810-7250-A222-7E05-A3EA45640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378E62-A9EC-D5EE-9812-F3BE33048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FE61EA-48C5-6FAD-8946-474E933E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950EC4-961A-3730-CB3D-41EA473A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77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43A1A-D02B-7E59-93A2-AFD7367D4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60A532-A931-EECB-8E67-716E8EB47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D013B6-BDDE-3888-5967-84D01079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DD1FDA-138E-828C-02AA-BF8FA2B6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B6CD48-6A23-A316-3BDC-0FC6F589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168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D51BC-E78F-9C34-7CF7-906BD40A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904F65-E644-C5A1-4B48-CD7FBE645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774BDE-D748-E6FF-95C8-87A815E90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611376-A4E9-DD43-D708-DFCA6212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CF4491-A81E-7048-18BF-6C4EC987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560009-6F2B-A724-A3AE-CCEDD0AE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18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C4F62-EA09-0B76-5A36-88BC1D79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B45F3D-115F-A6D5-6DA3-0D733216F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1559E6-74A5-1CDB-3E4D-E456EDCA7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D34695C-5D1D-F94C-D96F-F6AEE3D2B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C50D4BB-2C25-C4B6-E99D-17998F3C1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938123-2D16-7069-3AFB-2DBE5E404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46CF22D-5DE5-A6E8-A118-BD509FF0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B2E62CB-FF62-8670-DD7F-761F061D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34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C697B-E55F-C029-6C5D-ECFB47A6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271FE23-57CA-19F4-D9B3-21B75895C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C78106-097A-E58B-7C84-8933C632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EE66FA-2E4B-72EC-ADDD-B67A5597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710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CA57FE9-8E72-304E-9EF9-6ACCAC98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BABBEE-9E00-312D-A1BB-8C7A0F88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F812E7-0D59-5C40-563B-8B38D082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98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B32D0-94BA-1903-BAD1-23BCA645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8F6AA3-1613-5F14-144C-220240164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3370A5-6B68-F425-388E-7D1B9B45E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DBB6CB-C29C-3DEB-E59D-15B0EB38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84202F-4C5E-B734-C567-C3A5F46C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9E13B2-F813-C5DB-5FD1-8E4DBF5E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74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0C400-DBAE-FC0E-67C9-1AD05C511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0FB286-77EA-70F8-1E9D-33F906AB8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D67804-0BBB-B827-CCF7-9F830103E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5568F5-FD6F-8D65-4D17-71945D97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8120BE-F0CB-A895-36E3-C3475904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F5D8BA-9E7D-3431-6242-9575B726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261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1B62E-00F9-46C1-3284-4E28153D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58AEAD-AD97-08BB-0756-9D8C1175C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435C86-FA0B-A455-532F-06F86B36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14B142-C849-D951-4446-5F0B51A6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E4FA50-DF63-BCBA-1C72-09DB0640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87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2A30F4-6B52-D49B-90FB-A7A24F14A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C38733-4F87-102E-945F-63AF021D9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7FEDB0-9B5B-34C8-C62B-7316A3AC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861E90-0346-4938-90E3-0BE906EC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A2A807-D114-FA5C-67A4-2FEA4A7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03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239F107-79A5-F4E5-3532-216F286B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1F478C-1686-3517-CD8D-EF39D3F8D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9EB9DD-E8F7-FAE0-F877-743DE8421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E93CB-4E05-4CB6-B6C1-E8695D4E43A0}" type="datetimeFigureOut">
              <a:rPr lang="pt-BR" smtClean="0"/>
              <a:t>10/11/2022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52C734-4B23-0743-3192-2CDFBB0A7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2BD418-76B0-CBB3-0FB0-12BBD2143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67D02-B0FB-4D61-A005-E0EA9BF934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992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3B5C64A-BF02-8354-5D64-CCBC586C3F08}"/>
              </a:ext>
            </a:extLst>
          </p:cNvPr>
          <p:cNvCxnSpPr>
            <a:cxnSpLocks/>
          </p:cNvCxnSpPr>
          <p:nvPr/>
        </p:nvCxnSpPr>
        <p:spPr>
          <a:xfrm>
            <a:off x="1079653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F2BC66-7C2D-FFA9-68A9-A63411B7D897}"/>
              </a:ext>
            </a:extLst>
          </p:cNvPr>
          <p:cNvSpPr txBox="1"/>
          <p:nvPr/>
        </p:nvSpPr>
        <p:spPr>
          <a:xfrm rot="16200000">
            <a:off x="58250" y="358042"/>
            <a:ext cx="958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PCP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86D09AD-3B1B-D0B6-F8FB-6CF8A35205E4}"/>
              </a:ext>
            </a:extLst>
          </p:cNvPr>
          <p:cNvCxnSpPr>
            <a:cxnSpLocks/>
          </p:cNvCxnSpPr>
          <p:nvPr/>
        </p:nvCxnSpPr>
        <p:spPr>
          <a:xfrm flipH="1">
            <a:off x="0" y="1470022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E56734F-E9FC-200E-D91A-E10692A3C470}"/>
              </a:ext>
            </a:extLst>
          </p:cNvPr>
          <p:cNvCxnSpPr>
            <a:cxnSpLocks/>
          </p:cNvCxnSpPr>
          <p:nvPr/>
        </p:nvCxnSpPr>
        <p:spPr>
          <a:xfrm flipH="1">
            <a:off x="0" y="382329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DC8ADF7-FB0E-1C5D-43FD-533B2F7910CF}"/>
              </a:ext>
            </a:extLst>
          </p:cNvPr>
          <p:cNvSpPr txBox="1"/>
          <p:nvPr/>
        </p:nvSpPr>
        <p:spPr>
          <a:xfrm rot="16200000">
            <a:off x="-385701" y="2164289"/>
            <a:ext cx="1851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Logística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9CD704E-7B82-00EA-C4B5-254154407795}"/>
              </a:ext>
            </a:extLst>
          </p:cNvPr>
          <p:cNvSpPr txBox="1"/>
          <p:nvPr/>
        </p:nvSpPr>
        <p:spPr>
          <a:xfrm rot="16200000">
            <a:off x="-385490" y="5048260"/>
            <a:ext cx="1851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Produção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53AE879-EE00-6E3A-0E98-01B3E642E61F}"/>
              </a:ext>
            </a:extLst>
          </p:cNvPr>
          <p:cNvSpPr/>
          <p:nvPr/>
        </p:nvSpPr>
        <p:spPr>
          <a:xfrm>
            <a:off x="1798835" y="199339"/>
            <a:ext cx="1432181" cy="74914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Emissão da Ordem de Produção do item casado</a:t>
            </a:r>
          </a:p>
        </p:txBody>
      </p:sp>
      <p:sp>
        <p:nvSpPr>
          <p:cNvPr id="18" name="Fluxograma: Operação Manual 17">
            <a:extLst>
              <a:ext uri="{FF2B5EF4-FFF2-40B4-BE49-F238E27FC236}">
                <a16:creationId xmlns:a16="http://schemas.microsoft.com/office/drawing/2014/main" id="{15356E52-C4ED-394D-FBA3-A7D7D435469A}"/>
              </a:ext>
            </a:extLst>
          </p:cNvPr>
          <p:cNvSpPr/>
          <p:nvPr/>
        </p:nvSpPr>
        <p:spPr>
          <a:xfrm>
            <a:off x="5015767" y="199339"/>
            <a:ext cx="2210704" cy="749144"/>
          </a:xfrm>
          <a:prstGeom prst="flowChartManualOperatio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Transporte da OP até o quadro da logística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52DE2A50-613F-EF34-42AA-5626681E0902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3231016" y="573911"/>
            <a:ext cx="200582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luxograma: Processo 22">
            <a:extLst>
              <a:ext uri="{FF2B5EF4-FFF2-40B4-BE49-F238E27FC236}">
                <a16:creationId xmlns:a16="http://schemas.microsoft.com/office/drawing/2014/main" id="{431BCB42-CF40-3D6D-7237-D607616E9D04}"/>
              </a:ext>
            </a:extLst>
          </p:cNvPr>
          <p:cNvSpPr/>
          <p:nvPr/>
        </p:nvSpPr>
        <p:spPr>
          <a:xfrm>
            <a:off x="7052219" y="2111943"/>
            <a:ext cx="1597440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Separação dos dois componentes</a:t>
            </a:r>
          </a:p>
        </p:txBody>
      </p:sp>
      <p:sp>
        <p:nvSpPr>
          <p:cNvPr id="25" name="Fluxograma: Decisão 24">
            <a:extLst>
              <a:ext uri="{FF2B5EF4-FFF2-40B4-BE49-F238E27FC236}">
                <a16:creationId xmlns:a16="http://schemas.microsoft.com/office/drawing/2014/main" id="{B134B2D8-F07A-1AF0-CAA7-1610ECD7366C}"/>
              </a:ext>
            </a:extLst>
          </p:cNvPr>
          <p:cNvSpPr/>
          <p:nvPr/>
        </p:nvSpPr>
        <p:spPr>
          <a:xfrm>
            <a:off x="3358944" y="1567249"/>
            <a:ext cx="2308473" cy="1025133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 linha necessita de peças? (box vazio)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A8F0C47-D6BF-979F-9379-AE7ED04973F6}"/>
              </a:ext>
            </a:extLst>
          </p:cNvPr>
          <p:cNvSpPr txBox="1"/>
          <p:nvPr/>
        </p:nvSpPr>
        <p:spPr>
          <a:xfrm>
            <a:off x="6404285" y="2181418"/>
            <a:ext cx="553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SIM</a:t>
            </a:r>
          </a:p>
        </p:txBody>
      </p: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773B5000-A749-E1D9-3F48-FB5C4BE76916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5667417" y="2079816"/>
            <a:ext cx="1384802" cy="376861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: Angulado 36">
            <a:extLst>
              <a:ext uri="{FF2B5EF4-FFF2-40B4-BE49-F238E27FC236}">
                <a16:creationId xmlns:a16="http://schemas.microsoft.com/office/drawing/2014/main" id="{37993D99-AB35-1353-2F32-110622D78FE4}"/>
              </a:ext>
            </a:extLst>
          </p:cNvPr>
          <p:cNvCxnSpPr>
            <a:cxnSpLocks/>
            <a:stCxn id="25" idx="2"/>
            <a:endCxn id="42" idx="1"/>
          </p:cNvCxnSpPr>
          <p:nvPr/>
        </p:nvCxnSpPr>
        <p:spPr>
          <a:xfrm rot="16200000" flipH="1">
            <a:off x="4482399" y="2623164"/>
            <a:ext cx="550635" cy="489070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70D3CEA-540D-18A5-543A-73761BC0E098}"/>
              </a:ext>
            </a:extLst>
          </p:cNvPr>
          <p:cNvSpPr txBox="1"/>
          <p:nvPr/>
        </p:nvSpPr>
        <p:spPr>
          <a:xfrm>
            <a:off x="4539026" y="2920611"/>
            <a:ext cx="553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NÃO</a:t>
            </a:r>
          </a:p>
        </p:txBody>
      </p:sp>
      <p:sp>
        <p:nvSpPr>
          <p:cNvPr id="42" name="Fluxograma: Processo 41">
            <a:extLst>
              <a:ext uri="{FF2B5EF4-FFF2-40B4-BE49-F238E27FC236}">
                <a16:creationId xmlns:a16="http://schemas.microsoft.com/office/drawing/2014/main" id="{BF27C8EB-E2E0-E39E-F83B-3B3546047A4E}"/>
              </a:ext>
            </a:extLst>
          </p:cNvPr>
          <p:cNvSpPr/>
          <p:nvPr/>
        </p:nvSpPr>
        <p:spPr>
          <a:xfrm>
            <a:off x="5002251" y="2798283"/>
            <a:ext cx="1597440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Aguardar necessidade de abastecimento</a:t>
            </a:r>
          </a:p>
        </p:txBody>
      </p:sp>
      <p:sp>
        <p:nvSpPr>
          <p:cNvPr id="46" name="Fluxograma: Processo 45">
            <a:extLst>
              <a:ext uri="{FF2B5EF4-FFF2-40B4-BE49-F238E27FC236}">
                <a16:creationId xmlns:a16="http://schemas.microsoft.com/office/drawing/2014/main" id="{133B5963-B5FB-224D-82EB-69FF7755EA7C}"/>
              </a:ext>
            </a:extLst>
          </p:cNvPr>
          <p:cNvSpPr/>
          <p:nvPr/>
        </p:nvSpPr>
        <p:spPr>
          <a:xfrm>
            <a:off x="10389978" y="2111943"/>
            <a:ext cx="1597440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Transporte dos itens casados até o box linha 10</a:t>
            </a:r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17C25B7B-EEC1-8C20-947B-9CCDD86DB30C}"/>
              </a:ext>
            </a:extLst>
          </p:cNvPr>
          <p:cNvCxnSpPr>
            <a:cxnSpLocks/>
            <a:stCxn id="23" idx="3"/>
            <a:endCxn id="46" idx="1"/>
          </p:cNvCxnSpPr>
          <p:nvPr/>
        </p:nvCxnSpPr>
        <p:spPr>
          <a:xfrm>
            <a:off x="8649659" y="2456677"/>
            <a:ext cx="174031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Fluxograma: Processo 57">
            <a:extLst>
              <a:ext uri="{FF2B5EF4-FFF2-40B4-BE49-F238E27FC236}">
                <a16:creationId xmlns:a16="http://schemas.microsoft.com/office/drawing/2014/main" id="{CE605936-1319-44D7-D426-F69B0A73BF01}"/>
              </a:ext>
            </a:extLst>
          </p:cNvPr>
          <p:cNvSpPr/>
          <p:nvPr/>
        </p:nvSpPr>
        <p:spPr>
          <a:xfrm>
            <a:off x="1107195" y="3921333"/>
            <a:ext cx="1806977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Transporte dos itens casados do box para o pulmão da linha 10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7170A57F-9460-A225-F7ED-C80D0AB48E4D}"/>
              </a:ext>
            </a:extLst>
          </p:cNvPr>
          <p:cNvCxnSpPr>
            <a:cxnSpLocks/>
            <a:stCxn id="46" idx="2"/>
            <a:endCxn id="58" idx="0"/>
          </p:cNvCxnSpPr>
          <p:nvPr/>
        </p:nvCxnSpPr>
        <p:spPr>
          <a:xfrm rot="5400000">
            <a:off x="6039730" y="-1227635"/>
            <a:ext cx="1119922" cy="9178014"/>
          </a:xfrm>
          <a:prstGeom prst="bentConnector3">
            <a:avLst>
              <a:gd name="adj1" fmla="val 7852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Fluxograma: Processo 66">
            <a:extLst>
              <a:ext uri="{FF2B5EF4-FFF2-40B4-BE49-F238E27FC236}">
                <a16:creationId xmlns:a16="http://schemas.microsoft.com/office/drawing/2014/main" id="{A49D5E5F-37CE-1921-2863-98AA5BDE0137}"/>
              </a:ext>
            </a:extLst>
          </p:cNvPr>
          <p:cNvSpPr/>
          <p:nvPr/>
        </p:nvSpPr>
        <p:spPr>
          <a:xfrm>
            <a:off x="3573358" y="3918979"/>
            <a:ext cx="1687408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Puxada de itens do pulmão para a linha conforme FIFO</a:t>
            </a:r>
          </a:p>
        </p:txBody>
      </p:sp>
      <p:cxnSp>
        <p:nvCxnSpPr>
          <p:cNvPr id="69" name="Conector de Seta Reta 68">
            <a:extLst>
              <a:ext uri="{FF2B5EF4-FFF2-40B4-BE49-F238E27FC236}">
                <a16:creationId xmlns:a16="http://schemas.microsoft.com/office/drawing/2014/main" id="{B915BDD2-D576-51D6-541F-9BEDE68E68FF}"/>
              </a:ext>
            </a:extLst>
          </p:cNvPr>
          <p:cNvCxnSpPr>
            <a:stCxn id="58" idx="3"/>
            <a:endCxn id="67" idx="1"/>
          </p:cNvCxnSpPr>
          <p:nvPr/>
        </p:nvCxnSpPr>
        <p:spPr>
          <a:xfrm flipV="1">
            <a:off x="2914172" y="4263713"/>
            <a:ext cx="659186" cy="235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Fluxograma: Processo 69">
            <a:extLst>
              <a:ext uri="{FF2B5EF4-FFF2-40B4-BE49-F238E27FC236}">
                <a16:creationId xmlns:a16="http://schemas.microsoft.com/office/drawing/2014/main" id="{F399D6FD-66BB-F6AC-1363-A5339DBD40AB}"/>
              </a:ext>
            </a:extLst>
          </p:cNvPr>
          <p:cNvSpPr/>
          <p:nvPr/>
        </p:nvSpPr>
        <p:spPr>
          <a:xfrm>
            <a:off x="5919952" y="3918979"/>
            <a:ext cx="1687408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USINAGEM PINO</a:t>
            </a:r>
          </a:p>
        </p:txBody>
      </p: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B429169D-197F-FF9A-C695-0019E38878CD}"/>
              </a:ext>
            </a:extLst>
          </p:cNvPr>
          <p:cNvCxnSpPr>
            <a:stCxn id="67" idx="3"/>
            <a:endCxn id="70" idx="1"/>
          </p:cNvCxnSpPr>
          <p:nvPr/>
        </p:nvCxnSpPr>
        <p:spPr>
          <a:xfrm>
            <a:off x="5260766" y="4263713"/>
            <a:ext cx="65918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Fluxograma: Processo 72">
            <a:extLst>
              <a:ext uri="{FF2B5EF4-FFF2-40B4-BE49-F238E27FC236}">
                <a16:creationId xmlns:a16="http://schemas.microsoft.com/office/drawing/2014/main" id="{4DD293B5-8784-2550-C2BE-C7E656B0FF2B}"/>
              </a:ext>
            </a:extLst>
          </p:cNvPr>
          <p:cNvSpPr/>
          <p:nvPr/>
        </p:nvSpPr>
        <p:spPr>
          <a:xfrm>
            <a:off x="8266546" y="3915309"/>
            <a:ext cx="1687408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USINAGEM CAIXA</a:t>
            </a:r>
          </a:p>
        </p:txBody>
      </p: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F9D6C5D8-00F3-5159-A8AE-D30DE62DA9C5}"/>
              </a:ext>
            </a:extLst>
          </p:cNvPr>
          <p:cNvCxnSpPr>
            <a:stCxn id="70" idx="3"/>
            <a:endCxn id="73" idx="1"/>
          </p:cNvCxnSpPr>
          <p:nvPr/>
        </p:nvCxnSpPr>
        <p:spPr>
          <a:xfrm flipV="1">
            <a:off x="7607360" y="4260043"/>
            <a:ext cx="659186" cy="367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Fluxograma: Processo 79">
            <a:extLst>
              <a:ext uri="{FF2B5EF4-FFF2-40B4-BE49-F238E27FC236}">
                <a16:creationId xmlns:a16="http://schemas.microsoft.com/office/drawing/2014/main" id="{0086C35A-945C-C2FC-0AE2-FC0BB5B70620}"/>
              </a:ext>
            </a:extLst>
          </p:cNvPr>
          <p:cNvSpPr/>
          <p:nvPr/>
        </p:nvSpPr>
        <p:spPr>
          <a:xfrm>
            <a:off x="10432320" y="3915309"/>
            <a:ext cx="1687408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FURO E ROSCA</a:t>
            </a:r>
          </a:p>
        </p:txBody>
      </p:sp>
      <p:cxnSp>
        <p:nvCxnSpPr>
          <p:cNvPr id="84" name="Conector de Seta Reta 83">
            <a:extLst>
              <a:ext uri="{FF2B5EF4-FFF2-40B4-BE49-F238E27FC236}">
                <a16:creationId xmlns:a16="http://schemas.microsoft.com/office/drawing/2014/main" id="{6BAC1345-CD95-033F-B4AC-FE5FF422C202}"/>
              </a:ext>
            </a:extLst>
          </p:cNvPr>
          <p:cNvCxnSpPr>
            <a:cxnSpLocks/>
            <a:stCxn id="73" idx="3"/>
            <a:endCxn id="80" idx="1"/>
          </p:cNvCxnSpPr>
          <p:nvPr/>
        </p:nvCxnSpPr>
        <p:spPr>
          <a:xfrm>
            <a:off x="9953954" y="4260043"/>
            <a:ext cx="47836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Fluxograma: Processo 84">
            <a:extLst>
              <a:ext uri="{FF2B5EF4-FFF2-40B4-BE49-F238E27FC236}">
                <a16:creationId xmlns:a16="http://schemas.microsoft.com/office/drawing/2014/main" id="{62E57D5C-C738-AF94-B683-795012E14C3A}"/>
              </a:ext>
            </a:extLst>
          </p:cNvPr>
          <p:cNvSpPr/>
          <p:nvPr/>
        </p:nvSpPr>
        <p:spPr>
          <a:xfrm>
            <a:off x="1134862" y="5037843"/>
            <a:ext cx="1687408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Movimentação para o box das laminadoras</a:t>
            </a:r>
          </a:p>
        </p:txBody>
      </p:sp>
      <p:cxnSp>
        <p:nvCxnSpPr>
          <p:cNvPr id="90" name="Conector: Angulado 89">
            <a:extLst>
              <a:ext uri="{FF2B5EF4-FFF2-40B4-BE49-F238E27FC236}">
                <a16:creationId xmlns:a16="http://schemas.microsoft.com/office/drawing/2014/main" id="{0DC4AA41-0088-811E-9E01-FCFA83B54F30}"/>
              </a:ext>
            </a:extLst>
          </p:cNvPr>
          <p:cNvCxnSpPr>
            <a:cxnSpLocks/>
            <a:stCxn id="80" idx="2"/>
            <a:endCxn id="85" idx="0"/>
          </p:cNvCxnSpPr>
          <p:nvPr/>
        </p:nvCxnSpPr>
        <p:spPr>
          <a:xfrm rot="5400000">
            <a:off x="6410762" y="172581"/>
            <a:ext cx="433066" cy="9297458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Fluxograma: Decisão 93">
            <a:extLst>
              <a:ext uri="{FF2B5EF4-FFF2-40B4-BE49-F238E27FC236}">
                <a16:creationId xmlns:a16="http://schemas.microsoft.com/office/drawing/2014/main" id="{A658FD84-975A-20C5-7331-394C5C5C35C5}"/>
              </a:ext>
            </a:extLst>
          </p:cNvPr>
          <p:cNvSpPr/>
          <p:nvPr/>
        </p:nvSpPr>
        <p:spPr>
          <a:xfrm>
            <a:off x="3297384" y="5107349"/>
            <a:ext cx="2361733" cy="1025133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A peça atende o requisito de priorização linha 10?</a:t>
            </a:r>
          </a:p>
        </p:txBody>
      </p:sp>
      <p:sp>
        <p:nvSpPr>
          <p:cNvPr id="96" name="Fluxograma: Processo 95">
            <a:extLst>
              <a:ext uri="{FF2B5EF4-FFF2-40B4-BE49-F238E27FC236}">
                <a16:creationId xmlns:a16="http://schemas.microsoft.com/office/drawing/2014/main" id="{A594C264-302D-43D8-60A7-CC4CB94C316F}"/>
              </a:ext>
            </a:extLst>
          </p:cNvPr>
          <p:cNvSpPr/>
          <p:nvPr/>
        </p:nvSpPr>
        <p:spPr>
          <a:xfrm>
            <a:off x="1312106" y="1738711"/>
            <a:ext cx="1324072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Leitura das ordens de produção</a:t>
            </a:r>
          </a:p>
        </p:txBody>
      </p:sp>
      <p:cxnSp>
        <p:nvCxnSpPr>
          <p:cNvPr id="98" name="Conector de Seta Reta 97">
            <a:extLst>
              <a:ext uri="{FF2B5EF4-FFF2-40B4-BE49-F238E27FC236}">
                <a16:creationId xmlns:a16="http://schemas.microsoft.com/office/drawing/2014/main" id="{15BC6933-1148-F45D-1930-739A8A4E75A0}"/>
              </a:ext>
            </a:extLst>
          </p:cNvPr>
          <p:cNvCxnSpPr>
            <a:stCxn id="96" idx="3"/>
            <a:endCxn id="25" idx="1"/>
          </p:cNvCxnSpPr>
          <p:nvPr/>
        </p:nvCxnSpPr>
        <p:spPr>
          <a:xfrm flipV="1">
            <a:off x="2636178" y="2079816"/>
            <a:ext cx="722766" cy="362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ector: Angulado 101">
            <a:extLst>
              <a:ext uri="{FF2B5EF4-FFF2-40B4-BE49-F238E27FC236}">
                <a16:creationId xmlns:a16="http://schemas.microsoft.com/office/drawing/2014/main" id="{5C19920F-7058-9F95-F1E2-D4D92E3A71F1}"/>
              </a:ext>
            </a:extLst>
          </p:cNvPr>
          <p:cNvCxnSpPr>
            <a:cxnSpLocks/>
            <a:stCxn id="18" idx="2"/>
            <a:endCxn id="96" idx="0"/>
          </p:cNvCxnSpPr>
          <p:nvPr/>
        </p:nvCxnSpPr>
        <p:spPr>
          <a:xfrm rot="5400000">
            <a:off x="3652517" y="-729891"/>
            <a:ext cx="790228" cy="4146977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ector: Angulado 104">
            <a:extLst>
              <a:ext uri="{FF2B5EF4-FFF2-40B4-BE49-F238E27FC236}">
                <a16:creationId xmlns:a16="http://schemas.microsoft.com/office/drawing/2014/main" id="{EE86FB84-C6E7-01F6-186A-1E3FC78C78FD}"/>
              </a:ext>
            </a:extLst>
          </p:cNvPr>
          <p:cNvCxnSpPr>
            <a:cxnSpLocks/>
            <a:stCxn id="94" idx="2"/>
            <a:endCxn id="107" idx="3"/>
          </p:cNvCxnSpPr>
          <p:nvPr/>
        </p:nvCxnSpPr>
        <p:spPr>
          <a:xfrm rot="5400000">
            <a:off x="3530017" y="5508088"/>
            <a:ext cx="323841" cy="1572628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Fluxograma: Processo 106">
            <a:extLst>
              <a:ext uri="{FF2B5EF4-FFF2-40B4-BE49-F238E27FC236}">
                <a16:creationId xmlns:a16="http://schemas.microsoft.com/office/drawing/2014/main" id="{D9ADE7DA-C52B-0A61-A7BF-44057CE94B96}"/>
              </a:ext>
            </a:extLst>
          </p:cNvPr>
          <p:cNvSpPr/>
          <p:nvPr/>
        </p:nvSpPr>
        <p:spPr>
          <a:xfrm>
            <a:off x="1218215" y="6111589"/>
            <a:ext cx="1687408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Aguardar até que sim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2B456670-6282-EEB3-F069-F79C045B8C6C}"/>
              </a:ext>
            </a:extLst>
          </p:cNvPr>
          <p:cNvSpPr txBox="1"/>
          <p:nvPr/>
        </p:nvSpPr>
        <p:spPr>
          <a:xfrm>
            <a:off x="3589387" y="6229197"/>
            <a:ext cx="553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NÃO</a:t>
            </a:r>
          </a:p>
        </p:txBody>
      </p:sp>
      <p:sp>
        <p:nvSpPr>
          <p:cNvPr id="115" name="Fluxograma: Processo 114">
            <a:extLst>
              <a:ext uri="{FF2B5EF4-FFF2-40B4-BE49-F238E27FC236}">
                <a16:creationId xmlns:a16="http://schemas.microsoft.com/office/drawing/2014/main" id="{BF423975-9547-7649-A54A-DEBFB4908ABB}"/>
              </a:ext>
            </a:extLst>
          </p:cNvPr>
          <p:cNvSpPr/>
          <p:nvPr/>
        </p:nvSpPr>
        <p:spPr>
          <a:xfrm>
            <a:off x="6151995" y="4990929"/>
            <a:ext cx="1687408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LAMINAÇÃO DE ROSCA</a:t>
            </a:r>
          </a:p>
        </p:txBody>
      </p:sp>
      <p:cxnSp>
        <p:nvCxnSpPr>
          <p:cNvPr id="117" name="Conector: Angulado 116">
            <a:extLst>
              <a:ext uri="{FF2B5EF4-FFF2-40B4-BE49-F238E27FC236}">
                <a16:creationId xmlns:a16="http://schemas.microsoft.com/office/drawing/2014/main" id="{FA4966C3-41F0-3F7E-253C-271C19AE8460}"/>
              </a:ext>
            </a:extLst>
          </p:cNvPr>
          <p:cNvCxnSpPr>
            <a:cxnSpLocks/>
            <a:stCxn id="94" idx="3"/>
            <a:endCxn id="115" idx="1"/>
          </p:cNvCxnSpPr>
          <p:nvPr/>
        </p:nvCxnSpPr>
        <p:spPr>
          <a:xfrm flipV="1">
            <a:off x="5659117" y="5335663"/>
            <a:ext cx="492878" cy="284253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Fluxograma: Processo 119">
            <a:extLst>
              <a:ext uri="{FF2B5EF4-FFF2-40B4-BE49-F238E27FC236}">
                <a16:creationId xmlns:a16="http://schemas.microsoft.com/office/drawing/2014/main" id="{C526D54E-EA7A-49C6-123F-28EA65A20F5E}"/>
              </a:ext>
            </a:extLst>
          </p:cNvPr>
          <p:cNvSpPr/>
          <p:nvPr/>
        </p:nvSpPr>
        <p:spPr>
          <a:xfrm>
            <a:off x="8092409" y="4971716"/>
            <a:ext cx="1687408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LAMINAÇÃO DE ESFERA</a:t>
            </a:r>
          </a:p>
        </p:txBody>
      </p:sp>
      <p:sp>
        <p:nvSpPr>
          <p:cNvPr id="121" name="Fluxograma: Processo 120">
            <a:extLst>
              <a:ext uri="{FF2B5EF4-FFF2-40B4-BE49-F238E27FC236}">
                <a16:creationId xmlns:a16="http://schemas.microsoft.com/office/drawing/2014/main" id="{39EE80D1-2C3D-7563-7339-15982583DE49}"/>
              </a:ext>
            </a:extLst>
          </p:cNvPr>
          <p:cNvSpPr/>
          <p:nvPr/>
        </p:nvSpPr>
        <p:spPr>
          <a:xfrm>
            <a:off x="10229273" y="4965241"/>
            <a:ext cx="1687408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MOVIMENTAÇÃO ATÉ A MONTAGEM</a:t>
            </a:r>
          </a:p>
        </p:txBody>
      </p:sp>
      <p:sp>
        <p:nvSpPr>
          <p:cNvPr id="122" name="Fluxograma: Processo 121">
            <a:extLst>
              <a:ext uri="{FF2B5EF4-FFF2-40B4-BE49-F238E27FC236}">
                <a16:creationId xmlns:a16="http://schemas.microsoft.com/office/drawing/2014/main" id="{9B9A58D4-F4C5-BF85-759C-6ACDD6D6772E}"/>
              </a:ext>
            </a:extLst>
          </p:cNvPr>
          <p:cNvSpPr/>
          <p:nvPr/>
        </p:nvSpPr>
        <p:spPr>
          <a:xfrm>
            <a:off x="8130048" y="6111589"/>
            <a:ext cx="1687408" cy="689468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MONTAGEM</a:t>
            </a:r>
          </a:p>
        </p:txBody>
      </p:sp>
      <p:cxnSp>
        <p:nvCxnSpPr>
          <p:cNvPr id="124" name="Conector de Seta Reta 123">
            <a:extLst>
              <a:ext uri="{FF2B5EF4-FFF2-40B4-BE49-F238E27FC236}">
                <a16:creationId xmlns:a16="http://schemas.microsoft.com/office/drawing/2014/main" id="{CEBA5ACF-6996-153E-0ABC-EB1B2BBA587C}"/>
              </a:ext>
            </a:extLst>
          </p:cNvPr>
          <p:cNvCxnSpPr>
            <a:stCxn id="115" idx="3"/>
            <a:endCxn id="120" idx="1"/>
          </p:cNvCxnSpPr>
          <p:nvPr/>
        </p:nvCxnSpPr>
        <p:spPr>
          <a:xfrm flipV="1">
            <a:off x="7839403" y="5316450"/>
            <a:ext cx="253006" cy="192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ector de Seta Reta 125">
            <a:extLst>
              <a:ext uri="{FF2B5EF4-FFF2-40B4-BE49-F238E27FC236}">
                <a16:creationId xmlns:a16="http://schemas.microsoft.com/office/drawing/2014/main" id="{979BAD38-FEA8-D634-B20E-29565733869E}"/>
              </a:ext>
            </a:extLst>
          </p:cNvPr>
          <p:cNvCxnSpPr>
            <a:stCxn id="120" idx="3"/>
            <a:endCxn id="121" idx="1"/>
          </p:cNvCxnSpPr>
          <p:nvPr/>
        </p:nvCxnSpPr>
        <p:spPr>
          <a:xfrm flipV="1">
            <a:off x="9779817" y="5309975"/>
            <a:ext cx="449456" cy="64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Conector: Angulado 127">
            <a:extLst>
              <a:ext uri="{FF2B5EF4-FFF2-40B4-BE49-F238E27FC236}">
                <a16:creationId xmlns:a16="http://schemas.microsoft.com/office/drawing/2014/main" id="{0036176B-EA90-74F5-6B2E-EE66B212757B}"/>
              </a:ext>
            </a:extLst>
          </p:cNvPr>
          <p:cNvCxnSpPr>
            <a:stCxn id="121" idx="2"/>
            <a:endCxn id="122" idx="1"/>
          </p:cNvCxnSpPr>
          <p:nvPr/>
        </p:nvCxnSpPr>
        <p:spPr>
          <a:xfrm rot="5400000">
            <a:off x="9200706" y="4584052"/>
            <a:ext cx="801614" cy="2942929"/>
          </a:xfrm>
          <a:prstGeom prst="bentConnector4">
            <a:avLst>
              <a:gd name="adj1" fmla="val 28498"/>
              <a:gd name="adj2" fmla="val 10776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Conector de Seta Reta 128">
            <a:extLst>
              <a:ext uri="{FF2B5EF4-FFF2-40B4-BE49-F238E27FC236}">
                <a16:creationId xmlns:a16="http://schemas.microsoft.com/office/drawing/2014/main" id="{290D81C2-38D9-E3BB-5768-6E006CE84146}"/>
              </a:ext>
            </a:extLst>
          </p:cNvPr>
          <p:cNvCxnSpPr>
            <a:cxnSpLocks/>
            <a:stCxn id="122" idx="3"/>
            <a:endCxn id="131" idx="1"/>
          </p:cNvCxnSpPr>
          <p:nvPr/>
        </p:nvCxnSpPr>
        <p:spPr>
          <a:xfrm>
            <a:off x="9817456" y="6456323"/>
            <a:ext cx="6871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Retângulo: Cantos Arredondados 130">
            <a:extLst>
              <a:ext uri="{FF2B5EF4-FFF2-40B4-BE49-F238E27FC236}">
                <a16:creationId xmlns:a16="http://schemas.microsoft.com/office/drawing/2014/main" id="{629050F9-916B-A9BC-A1D5-1DEB77D7DB25}"/>
              </a:ext>
            </a:extLst>
          </p:cNvPr>
          <p:cNvSpPr/>
          <p:nvPr/>
        </p:nvSpPr>
        <p:spPr>
          <a:xfrm>
            <a:off x="10504592" y="6081751"/>
            <a:ext cx="1432181" cy="74914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Entrada na Expedição</a:t>
            </a:r>
          </a:p>
        </p:txBody>
      </p:sp>
      <p:cxnSp>
        <p:nvCxnSpPr>
          <p:cNvPr id="149" name="Conector: Angulado 148">
            <a:extLst>
              <a:ext uri="{FF2B5EF4-FFF2-40B4-BE49-F238E27FC236}">
                <a16:creationId xmlns:a16="http://schemas.microsoft.com/office/drawing/2014/main" id="{51BCC9B7-B6D1-FA97-FEB4-EFC5E1829FDB}"/>
              </a:ext>
            </a:extLst>
          </p:cNvPr>
          <p:cNvCxnSpPr>
            <a:stCxn id="85" idx="3"/>
            <a:endCxn id="94" idx="1"/>
          </p:cNvCxnSpPr>
          <p:nvPr/>
        </p:nvCxnSpPr>
        <p:spPr>
          <a:xfrm>
            <a:off x="2822270" y="5382577"/>
            <a:ext cx="475114" cy="237339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81B4A65A-2B76-F601-CA2C-29E1F6E73E05}"/>
              </a:ext>
            </a:extLst>
          </p:cNvPr>
          <p:cNvSpPr txBox="1"/>
          <p:nvPr/>
        </p:nvSpPr>
        <p:spPr>
          <a:xfrm>
            <a:off x="5542968" y="5342916"/>
            <a:ext cx="553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SIM</a:t>
            </a:r>
          </a:p>
        </p:txBody>
      </p:sp>
      <p:pic>
        <p:nvPicPr>
          <p:cNvPr id="181" name="Imagem 180">
            <a:extLst>
              <a:ext uri="{FF2B5EF4-FFF2-40B4-BE49-F238E27FC236}">
                <a16:creationId xmlns:a16="http://schemas.microsoft.com/office/drawing/2014/main" id="{B3187F01-48B2-474E-3E5A-A84AE7FB3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22" y="-43471"/>
            <a:ext cx="3264104" cy="87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754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Matheus de Conto Rodrigues</dc:creator>
  <cp:lastModifiedBy>Matheus de Conto Rodrigues</cp:lastModifiedBy>
  <cp:revision>1</cp:revision>
  <dcterms:created xsi:type="dcterms:W3CDTF">2022-11-10T16:59:49Z</dcterms:created>
  <dcterms:modified xsi:type="dcterms:W3CDTF">2022-11-10T17:00:08Z</dcterms:modified>
</cp:coreProperties>
</file>