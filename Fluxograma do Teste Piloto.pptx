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3" d="100"/>
          <a:sy n="83" d="100"/>
        </p:scale>
        <p:origin x="25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B9BEBC-6E30-FCF0-432E-C6CC70DFE9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A32AAD4-D5F5-21FD-BAA2-3449F59749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52EF3D-24D8-ABDF-76A6-3C7DE4C14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82C67-DF98-49A0-AE4B-C630B1AA2498}" type="datetimeFigureOut">
              <a:rPr lang="pt-BR" smtClean="0"/>
              <a:t>21/06/2022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D221FB-7829-C56A-65DF-C506A96CC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BE834E-5AEC-EBA5-8165-7F1F87D4F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22023-1E3D-4F1F-8384-09FDD79188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7117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666265-1555-1C88-7B9C-95A0F87DF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11C646-BC87-E067-4E55-C22032994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F36A3F-4940-F6C4-901B-B1838308A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82C67-DF98-49A0-AE4B-C630B1AA2498}" type="datetimeFigureOut">
              <a:rPr lang="pt-BR" smtClean="0"/>
              <a:t>21/06/2022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2C615D-FEC4-2547-9467-75559CC89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B39273B-C481-788B-019C-2D077E85A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22023-1E3D-4F1F-8384-09FDD79188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0490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12AC54-5036-67E4-BD9A-C7A78A0CD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35B1D4B-4C28-6F55-EF55-8ACDEFED6F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108761-47CC-FDFD-072B-60438141A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82C67-DF98-49A0-AE4B-C630B1AA2498}" type="datetimeFigureOut">
              <a:rPr lang="pt-BR" smtClean="0"/>
              <a:t>21/06/2022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5200F7-9405-7FB7-C82A-D019E1D62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720F3C-6190-2C6E-7A20-0C922F465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22023-1E3D-4F1F-8384-09FDD79188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4735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9D9383-2893-3177-40E5-B456812FA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E7FFD8-B701-7ED4-4466-547676B14E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70E7E72-3684-BD5C-BB7A-ECA9B2F68B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7BDCCD7-9095-7E6C-9B81-DE22BBCB6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82C67-DF98-49A0-AE4B-C630B1AA2498}" type="datetimeFigureOut">
              <a:rPr lang="pt-BR" smtClean="0"/>
              <a:t>21/06/2022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9A90AED-CB1D-4167-F649-6952666A3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3B7DA42-3EDC-1332-1AC0-472F19684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22023-1E3D-4F1F-8384-09FDD79188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5099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435D2-07D7-88A9-92D9-B7E0BCD4B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EA13B96-7A06-68FF-5B2B-440DA82803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395321F-2713-77D8-2D0F-5FCB9FE9C1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5690F82-4516-7AB5-D250-F95B171DE6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89CC8F7-ECC2-627F-2F51-E0FBE26E0F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104F01C-14A1-3BC7-C7DE-A95243869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82C67-DF98-49A0-AE4B-C630B1AA2498}" type="datetimeFigureOut">
              <a:rPr lang="pt-BR" smtClean="0"/>
              <a:t>21/06/2022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EA10908-BBFF-A8F5-F012-946D85DCA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54B1997-9C33-F8A2-D551-C85065D26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22023-1E3D-4F1F-8384-09FDD79188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3033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F762BD-4B2B-A553-E1C7-ADE59C954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6CBB447-C853-096B-7EF2-A60A47204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82C67-DF98-49A0-AE4B-C630B1AA2498}" type="datetimeFigureOut">
              <a:rPr lang="pt-BR" smtClean="0"/>
              <a:t>21/06/2022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EFFC086-EC0F-C7AA-0246-36415AC1F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8A29ED0-CF5A-334A-8221-A39E59BF1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22023-1E3D-4F1F-8384-09FDD79188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7375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F17D10F-77C9-9469-A7E4-C7AF2712D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82C67-DF98-49A0-AE4B-C630B1AA2498}" type="datetimeFigureOut">
              <a:rPr lang="pt-BR" smtClean="0"/>
              <a:t>21/06/2022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3D17C22-A04E-F84D-814B-31BDD1428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FE98E83-10F4-932D-1B83-091822BD6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22023-1E3D-4F1F-8384-09FDD79188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8369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D86564-7037-70BB-8457-F3A5ACCBC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C97934-CB82-B733-8ADF-AF87A85E1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FCB0F6B-AADD-83CD-138D-4553D9FCD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3AD5D10-9FC7-492E-9EE1-B9A954140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82C67-DF98-49A0-AE4B-C630B1AA2498}" type="datetimeFigureOut">
              <a:rPr lang="pt-BR" smtClean="0"/>
              <a:t>21/06/2022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362B2E-6D18-910E-E71B-6436107AC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752B075-FFA7-8897-3650-DFBA07E30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22023-1E3D-4F1F-8384-09FDD79188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765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59E7A0-329C-69EF-ED04-C5552BC20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8440933-BE5E-209A-EB09-59CF5C9382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F602234-4366-D29E-E3D5-C2C78682A5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F9D28B1-C17C-854F-F5A0-946C676C5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82C67-DF98-49A0-AE4B-C630B1AA2498}" type="datetimeFigureOut">
              <a:rPr lang="pt-BR" smtClean="0"/>
              <a:t>21/06/2022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EE0462-E5DC-0BB8-EA4F-176276484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B058CCE-E80B-38DC-E6AE-CDEF465E2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22023-1E3D-4F1F-8384-09FDD79188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8000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8E53B0-AE47-79AD-6974-82097EF09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7D0DE0F-5154-F26C-694C-47513BE393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3862607-BB97-32CB-479D-3994AB479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82C67-DF98-49A0-AE4B-C630B1AA2498}" type="datetimeFigureOut">
              <a:rPr lang="pt-BR" smtClean="0"/>
              <a:t>21/06/2022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1628D0-EEDB-6521-EDEC-754FDF59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BFF5FD5-787C-550D-283F-9D3814716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22023-1E3D-4F1F-8384-09FDD79188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0967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E2E88DB-DF07-513F-75BB-C7B4B2F7BB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D636D83-42FD-0334-3403-FCFCEF774F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00C93E-BCEC-8F68-8481-AC99CB78D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82C67-DF98-49A0-AE4B-C630B1AA2498}" type="datetimeFigureOut">
              <a:rPr lang="pt-BR" smtClean="0"/>
              <a:t>21/06/2022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695632-AF0C-0BEA-50FA-BE177BC95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BAB38A9-F1A2-3C31-E803-55FC98AE5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22023-1E3D-4F1F-8384-09FDD79188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3154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9BCFA83-23C1-E3A2-7899-54977FFEF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75CD694-741D-B915-40F3-8E25423C8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6B85D5-E404-9B1A-0521-901233D456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2C67-DF98-49A0-AE4B-C630B1AA2498}" type="datetimeFigureOut">
              <a:rPr lang="pt-BR" smtClean="0"/>
              <a:t>21/06/2022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CA554F8-F5B9-30FC-C3EF-B3D801C7EC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06205D-D78E-766D-BD87-C15A9BF208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622023-1E3D-4F1F-8384-09FDD79188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8651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uxograma: Terminação 3">
            <a:extLst>
              <a:ext uri="{FF2B5EF4-FFF2-40B4-BE49-F238E27FC236}">
                <a16:creationId xmlns:a16="http://schemas.microsoft.com/office/drawing/2014/main" id="{25CA3458-48AA-2B1B-0F89-CBBCB597AF66}"/>
              </a:ext>
            </a:extLst>
          </p:cNvPr>
          <p:cNvSpPr/>
          <p:nvPr/>
        </p:nvSpPr>
        <p:spPr>
          <a:xfrm>
            <a:off x="238539" y="251791"/>
            <a:ext cx="2849217" cy="622853"/>
          </a:xfrm>
          <a:prstGeom prst="flowChartTerminator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Pagamento de Ordem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E8BFC5D9-30EB-C823-6014-087F5869976F}"/>
              </a:ext>
            </a:extLst>
          </p:cNvPr>
          <p:cNvCxnSpPr>
            <a:cxnSpLocks/>
          </p:cNvCxnSpPr>
          <p:nvPr/>
        </p:nvCxnSpPr>
        <p:spPr>
          <a:xfrm>
            <a:off x="1663148" y="874644"/>
            <a:ext cx="0" cy="360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tângulo 6">
            <a:extLst>
              <a:ext uri="{FF2B5EF4-FFF2-40B4-BE49-F238E27FC236}">
                <a16:creationId xmlns:a16="http://schemas.microsoft.com/office/drawing/2014/main" id="{AA40D0A1-596E-D76F-3FAC-D3B396CAB56C}"/>
              </a:ext>
            </a:extLst>
          </p:cNvPr>
          <p:cNvSpPr/>
          <p:nvPr/>
        </p:nvSpPr>
        <p:spPr>
          <a:xfrm>
            <a:off x="669235" y="1285464"/>
            <a:ext cx="1987826" cy="60959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Logística separa as peças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40617E91-F8C8-37EF-312B-703273C08D13}"/>
              </a:ext>
            </a:extLst>
          </p:cNvPr>
          <p:cNvCxnSpPr>
            <a:cxnSpLocks/>
          </p:cNvCxnSpPr>
          <p:nvPr/>
        </p:nvCxnSpPr>
        <p:spPr>
          <a:xfrm>
            <a:off x="1663146" y="1895060"/>
            <a:ext cx="0" cy="360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tângulo 9">
            <a:extLst>
              <a:ext uri="{FF2B5EF4-FFF2-40B4-BE49-F238E27FC236}">
                <a16:creationId xmlns:a16="http://schemas.microsoft.com/office/drawing/2014/main" id="{8EFDFEAA-34B5-9C3D-EE9E-4FDAF95B97D2}"/>
              </a:ext>
            </a:extLst>
          </p:cNvPr>
          <p:cNvSpPr/>
          <p:nvPr/>
        </p:nvSpPr>
        <p:spPr>
          <a:xfrm>
            <a:off x="669235" y="2312544"/>
            <a:ext cx="1987823" cy="63609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Transporte do lote até o CNC04/05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BE27744B-220D-17FA-180F-D9AF0B8EC597}"/>
              </a:ext>
            </a:extLst>
          </p:cNvPr>
          <p:cNvCxnSpPr>
            <a:cxnSpLocks/>
          </p:cNvCxnSpPr>
          <p:nvPr/>
        </p:nvCxnSpPr>
        <p:spPr>
          <a:xfrm flipH="1">
            <a:off x="1663145" y="2958628"/>
            <a:ext cx="1" cy="360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tângulo 11">
            <a:extLst>
              <a:ext uri="{FF2B5EF4-FFF2-40B4-BE49-F238E27FC236}">
                <a16:creationId xmlns:a16="http://schemas.microsoft.com/office/drawing/2014/main" id="{4E19A134-5318-86D5-502C-EE39D6C59A78}"/>
              </a:ext>
            </a:extLst>
          </p:cNvPr>
          <p:cNvSpPr/>
          <p:nvPr/>
        </p:nvSpPr>
        <p:spPr>
          <a:xfrm>
            <a:off x="669235" y="3368925"/>
            <a:ext cx="1987823" cy="63609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Usinar o pino</a:t>
            </a: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5BD2CC48-5773-C3A2-FE3D-453BE8D2C453}"/>
              </a:ext>
            </a:extLst>
          </p:cNvPr>
          <p:cNvCxnSpPr>
            <a:cxnSpLocks/>
          </p:cNvCxnSpPr>
          <p:nvPr/>
        </p:nvCxnSpPr>
        <p:spPr>
          <a:xfrm flipH="1">
            <a:off x="1663145" y="4005024"/>
            <a:ext cx="1" cy="360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Losango 14">
            <a:extLst>
              <a:ext uri="{FF2B5EF4-FFF2-40B4-BE49-F238E27FC236}">
                <a16:creationId xmlns:a16="http://schemas.microsoft.com/office/drawing/2014/main" id="{6C5A229E-37B3-A319-4942-BAD94E99B32B}"/>
              </a:ext>
            </a:extLst>
          </p:cNvPr>
          <p:cNvSpPr/>
          <p:nvPr/>
        </p:nvSpPr>
        <p:spPr>
          <a:xfrm>
            <a:off x="669239" y="4425306"/>
            <a:ext cx="1987819" cy="1060161"/>
          </a:xfrm>
          <a:prstGeom prst="diamond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Sucata?</a:t>
            </a:r>
          </a:p>
        </p:txBody>
      </p: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FB894243-9C73-B107-5C46-5C0330A292F7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2657058" y="4955387"/>
            <a:ext cx="430698" cy="75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F739A8AF-2909-ECEF-4595-881554385337}"/>
              </a:ext>
            </a:extLst>
          </p:cNvPr>
          <p:cNvCxnSpPr>
            <a:cxnSpLocks/>
          </p:cNvCxnSpPr>
          <p:nvPr/>
        </p:nvCxnSpPr>
        <p:spPr>
          <a:xfrm flipH="1">
            <a:off x="1673082" y="5485467"/>
            <a:ext cx="1" cy="360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31DF379-65B3-06B3-7729-31F9F78C2C77}"/>
              </a:ext>
            </a:extLst>
          </p:cNvPr>
          <p:cNvSpPr txBox="1"/>
          <p:nvPr/>
        </p:nvSpPr>
        <p:spPr>
          <a:xfrm>
            <a:off x="1096964" y="5476135"/>
            <a:ext cx="527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Sim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BB8751E-ACF1-FFFA-B3B4-EDEF82DDE1F9}"/>
              </a:ext>
            </a:extLst>
          </p:cNvPr>
          <p:cNvSpPr txBox="1"/>
          <p:nvPr/>
        </p:nvSpPr>
        <p:spPr>
          <a:xfrm>
            <a:off x="2566121" y="4595387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Não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701C1DD9-45CC-21F8-D751-2AB1F4B34818}"/>
              </a:ext>
            </a:extLst>
          </p:cNvPr>
          <p:cNvSpPr/>
          <p:nvPr/>
        </p:nvSpPr>
        <p:spPr>
          <a:xfrm>
            <a:off x="679170" y="5872642"/>
            <a:ext cx="1987823" cy="63609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Segregar a caixa inteira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0E2737FE-8C2C-1D80-413B-0EDD4362CA68}"/>
              </a:ext>
            </a:extLst>
          </p:cNvPr>
          <p:cNvSpPr/>
          <p:nvPr/>
        </p:nvSpPr>
        <p:spPr>
          <a:xfrm>
            <a:off x="3132302" y="3362289"/>
            <a:ext cx="1987823" cy="63609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Transporte do lote para o CNC15/16</a:t>
            </a:r>
          </a:p>
        </p:txBody>
      </p: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6FF6BE19-ED2B-4294-E1CD-68CEB4BFE4E8}"/>
              </a:ext>
            </a:extLst>
          </p:cNvPr>
          <p:cNvCxnSpPr>
            <a:cxnSpLocks/>
          </p:cNvCxnSpPr>
          <p:nvPr/>
        </p:nvCxnSpPr>
        <p:spPr>
          <a:xfrm flipV="1">
            <a:off x="4129180" y="4072860"/>
            <a:ext cx="0" cy="360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Retângulo 29">
            <a:extLst>
              <a:ext uri="{FF2B5EF4-FFF2-40B4-BE49-F238E27FC236}">
                <a16:creationId xmlns:a16="http://schemas.microsoft.com/office/drawing/2014/main" id="{C9EC1B7F-F0F3-D132-72D3-CA05A15C51B2}"/>
              </a:ext>
            </a:extLst>
          </p:cNvPr>
          <p:cNvSpPr/>
          <p:nvPr/>
        </p:nvSpPr>
        <p:spPr>
          <a:xfrm>
            <a:off x="3135268" y="2324239"/>
            <a:ext cx="1987823" cy="63609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Usinar a caixa do cachimbo</a:t>
            </a:r>
          </a:p>
        </p:txBody>
      </p: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E6E83C86-7551-7CE4-FC85-0F95DB5D98F8}"/>
              </a:ext>
            </a:extLst>
          </p:cNvPr>
          <p:cNvCxnSpPr>
            <a:cxnSpLocks/>
          </p:cNvCxnSpPr>
          <p:nvPr/>
        </p:nvCxnSpPr>
        <p:spPr>
          <a:xfrm flipV="1">
            <a:off x="4121941" y="3002289"/>
            <a:ext cx="0" cy="360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tângulo 31">
            <a:extLst>
              <a:ext uri="{FF2B5EF4-FFF2-40B4-BE49-F238E27FC236}">
                <a16:creationId xmlns:a16="http://schemas.microsoft.com/office/drawing/2014/main" id="{F70EC7B9-F267-B1F4-B5B8-26D27F7C8024}"/>
              </a:ext>
            </a:extLst>
          </p:cNvPr>
          <p:cNvSpPr/>
          <p:nvPr/>
        </p:nvSpPr>
        <p:spPr>
          <a:xfrm>
            <a:off x="9454179" y="4580380"/>
            <a:ext cx="1987823" cy="63609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Transporte para as laminadoras</a:t>
            </a:r>
          </a:p>
        </p:txBody>
      </p:sp>
      <p:sp>
        <p:nvSpPr>
          <p:cNvPr id="33" name="Losango 32">
            <a:extLst>
              <a:ext uri="{FF2B5EF4-FFF2-40B4-BE49-F238E27FC236}">
                <a16:creationId xmlns:a16="http://schemas.microsoft.com/office/drawing/2014/main" id="{98859D72-8560-513E-8924-B85000E0515D}"/>
              </a:ext>
            </a:extLst>
          </p:cNvPr>
          <p:cNvSpPr/>
          <p:nvPr/>
        </p:nvSpPr>
        <p:spPr>
          <a:xfrm>
            <a:off x="3132302" y="803124"/>
            <a:ext cx="1987819" cy="1060161"/>
          </a:xfrm>
          <a:prstGeom prst="diamond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Sucata?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F0EEBD4E-94B6-29A5-4EFD-A9B414D53203}"/>
              </a:ext>
            </a:extLst>
          </p:cNvPr>
          <p:cNvSpPr txBox="1"/>
          <p:nvPr/>
        </p:nvSpPr>
        <p:spPr>
          <a:xfrm>
            <a:off x="4129179" y="4112221"/>
            <a:ext cx="566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Não</a:t>
            </a:r>
          </a:p>
        </p:txBody>
      </p:sp>
      <p:cxnSp>
        <p:nvCxnSpPr>
          <p:cNvPr id="38" name="Conector de Seta Reta 37">
            <a:extLst>
              <a:ext uri="{FF2B5EF4-FFF2-40B4-BE49-F238E27FC236}">
                <a16:creationId xmlns:a16="http://schemas.microsoft.com/office/drawing/2014/main" id="{DBD26CAC-607E-B521-E671-4482104239EF}"/>
              </a:ext>
            </a:extLst>
          </p:cNvPr>
          <p:cNvCxnSpPr>
            <a:cxnSpLocks/>
          </p:cNvCxnSpPr>
          <p:nvPr/>
        </p:nvCxnSpPr>
        <p:spPr>
          <a:xfrm flipV="1">
            <a:off x="4121941" y="1945992"/>
            <a:ext cx="0" cy="360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09D761E0-441E-0998-ABA6-9BB837FB17AE}"/>
              </a:ext>
            </a:extLst>
          </p:cNvPr>
          <p:cNvSpPr txBox="1"/>
          <p:nvPr/>
        </p:nvSpPr>
        <p:spPr>
          <a:xfrm>
            <a:off x="7450046" y="5437140"/>
            <a:ext cx="527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Sim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AB550282-61CE-AF1E-EC45-5F39C1866382}"/>
              </a:ext>
            </a:extLst>
          </p:cNvPr>
          <p:cNvSpPr/>
          <p:nvPr/>
        </p:nvSpPr>
        <p:spPr>
          <a:xfrm>
            <a:off x="6408490" y="2262331"/>
            <a:ext cx="1987823" cy="63609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Transporte do lote para o CNC46</a:t>
            </a:r>
          </a:p>
        </p:txBody>
      </p:sp>
      <p:cxnSp>
        <p:nvCxnSpPr>
          <p:cNvPr id="41" name="Conector de Seta Reta 40">
            <a:extLst>
              <a:ext uri="{FF2B5EF4-FFF2-40B4-BE49-F238E27FC236}">
                <a16:creationId xmlns:a16="http://schemas.microsoft.com/office/drawing/2014/main" id="{9F4F0E3E-7A1C-E8E7-DA18-A0990BB09D33}"/>
              </a:ext>
            </a:extLst>
          </p:cNvPr>
          <p:cNvCxnSpPr>
            <a:cxnSpLocks/>
          </p:cNvCxnSpPr>
          <p:nvPr/>
        </p:nvCxnSpPr>
        <p:spPr>
          <a:xfrm>
            <a:off x="5089906" y="1333204"/>
            <a:ext cx="115186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Conector de Seta Reta 42">
            <a:extLst>
              <a:ext uri="{FF2B5EF4-FFF2-40B4-BE49-F238E27FC236}">
                <a16:creationId xmlns:a16="http://schemas.microsoft.com/office/drawing/2014/main" id="{2ADA740A-9759-55FF-5706-75FA3506547B}"/>
              </a:ext>
            </a:extLst>
          </p:cNvPr>
          <p:cNvCxnSpPr>
            <a:cxnSpLocks/>
          </p:cNvCxnSpPr>
          <p:nvPr/>
        </p:nvCxnSpPr>
        <p:spPr>
          <a:xfrm>
            <a:off x="8353266" y="1302749"/>
            <a:ext cx="3600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Losango 44">
            <a:extLst>
              <a:ext uri="{FF2B5EF4-FFF2-40B4-BE49-F238E27FC236}">
                <a16:creationId xmlns:a16="http://schemas.microsoft.com/office/drawing/2014/main" id="{B32E5086-CF8B-CF62-B5B0-3E89E0A20E24}"/>
              </a:ext>
            </a:extLst>
          </p:cNvPr>
          <p:cNvSpPr/>
          <p:nvPr/>
        </p:nvSpPr>
        <p:spPr>
          <a:xfrm>
            <a:off x="6365447" y="780223"/>
            <a:ext cx="1987819" cy="1060161"/>
          </a:xfrm>
          <a:prstGeom prst="diamond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Pulmão cheio?</a:t>
            </a:r>
          </a:p>
        </p:txBody>
      </p:sp>
      <p:cxnSp>
        <p:nvCxnSpPr>
          <p:cNvPr id="48" name="Conector de Seta Reta 47">
            <a:extLst>
              <a:ext uri="{FF2B5EF4-FFF2-40B4-BE49-F238E27FC236}">
                <a16:creationId xmlns:a16="http://schemas.microsoft.com/office/drawing/2014/main" id="{9D234C33-D76B-07E0-FDDC-87237D3EABA9}"/>
              </a:ext>
            </a:extLst>
          </p:cNvPr>
          <p:cNvCxnSpPr>
            <a:cxnSpLocks/>
          </p:cNvCxnSpPr>
          <p:nvPr/>
        </p:nvCxnSpPr>
        <p:spPr>
          <a:xfrm>
            <a:off x="7359356" y="1840384"/>
            <a:ext cx="0" cy="360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E1B65E0E-AA0F-F0A5-2EF2-FEC4AE381258}"/>
              </a:ext>
            </a:extLst>
          </p:cNvPr>
          <p:cNvSpPr txBox="1"/>
          <p:nvPr/>
        </p:nvSpPr>
        <p:spPr>
          <a:xfrm>
            <a:off x="8615453" y="4480588"/>
            <a:ext cx="566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Não</a:t>
            </a:r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FEDCCA1E-DC1C-910D-7941-56D77A38231B}"/>
              </a:ext>
            </a:extLst>
          </p:cNvPr>
          <p:cNvSpPr/>
          <p:nvPr/>
        </p:nvSpPr>
        <p:spPr>
          <a:xfrm>
            <a:off x="6409113" y="3318628"/>
            <a:ext cx="1987200" cy="63609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Usinar furo e rosca</a:t>
            </a:r>
          </a:p>
        </p:txBody>
      </p:sp>
      <p:sp>
        <p:nvSpPr>
          <p:cNvPr id="52" name="Losango 51">
            <a:extLst>
              <a:ext uri="{FF2B5EF4-FFF2-40B4-BE49-F238E27FC236}">
                <a16:creationId xmlns:a16="http://schemas.microsoft.com/office/drawing/2014/main" id="{03BF4258-6A78-A2B7-A822-032A133A05A5}"/>
              </a:ext>
            </a:extLst>
          </p:cNvPr>
          <p:cNvSpPr/>
          <p:nvPr/>
        </p:nvSpPr>
        <p:spPr>
          <a:xfrm>
            <a:off x="3138311" y="4432860"/>
            <a:ext cx="1987819" cy="1060161"/>
          </a:xfrm>
          <a:prstGeom prst="diamond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Trilho cheio?</a:t>
            </a:r>
          </a:p>
        </p:txBody>
      </p:sp>
      <p:cxnSp>
        <p:nvCxnSpPr>
          <p:cNvPr id="54" name="Conector de Seta Reta 53">
            <a:extLst>
              <a:ext uri="{FF2B5EF4-FFF2-40B4-BE49-F238E27FC236}">
                <a16:creationId xmlns:a16="http://schemas.microsoft.com/office/drawing/2014/main" id="{D9DA7C8E-22D1-4CB5-41F9-8C810A255B4B}"/>
              </a:ext>
            </a:extLst>
          </p:cNvPr>
          <p:cNvCxnSpPr>
            <a:cxnSpLocks/>
          </p:cNvCxnSpPr>
          <p:nvPr/>
        </p:nvCxnSpPr>
        <p:spPr>
          <a:xfrm flipH="1">
            <a:off x="4129180" y="5493021"/>
            <a:ext cx="1" cy="360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917DF32B-2030-EC38-70AF-C33258926BAD}"/>
              </a:ext>
            </a:extLst>
          </p:cNvPr>
          <p:cNvSpPr txBox="1"/>
          <p:nvPr/>
        </p:nvSpPr>
        <p:spPr>
          <a:xfrm>
            <a:off x="3576193" y="5422949"/>
            <a:ext cx="527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Sim</a:t>
            </a:r>
          </a:p>
        </p:txBody>
      </p:sp>
      <p:sp>
        <p:nvSpPr>
          <p:cNvPr id="56" name="Retângulo 55">
            <a:extLst>
              <a:ext uri="{FF2B5EF4-FFF2-40B4-BE49-F238E27FC236}">
                <a16:creationId xmlns:a16="http://schemas.microsoft.com/office/drawing/2014/main" id="{8273E032-6A1D-CA7A-D7E2-D627F092F5BC}"/>
              </a:ext>
            </a:extLst>
          </p:cNvPr>
          <p:cNvSpPr/>
          <p:nvPr/>
        </p:nvSpPr>
        <p:spPr>
          <a:xfrm>
            <a:off x="3178690" y="5866753"/>
            <a:ext cx="1987823" cy="63609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Interromper usinagem do pino</a:t>
            </a:r>
          </a:p>
        </p:txBody>
      </p:sp>
      <p:cxnSp>
        <p:nvCxnSpPr>
          <p:cNvPr id="58" name="Conector: Angulado 57">
            <a:extLst>
              <a:ext uri="{FF2B5EF4-FFF2-40B4-BE49-F238E27FC236}">
                <a16:creationId xmlns:a16="http://schemas.microsoft.com/office/drawing/2014/main" id="{FBC2F331-44C6-7DDD-A9BE-369B36FFA741}"/>
              </a:ext>
            </a:extLst>
          </p:cNvPr>
          <p:cNvCxnSpPr>
            <a:cxnSpLocks/>
            <a:stCxn id="33" idx="0"/>
            <a:endCxn id="59" idx="1"/>
          </p:cNvCxnSpPr>
          <p:nvPr/>
        </p:nvCxnSpPr>
        <p:spPr>
          <a:xfrm rot="5400000" flipH="1" flipV="1">
            <a:off x="4203407" y="311171"/>
            <a:ext cx="414759" cy="56914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Retângulo 58">
            <a:extLst>
              <a:ext uri="{FF2B5EF4-FFF2-40B4-BE49-F238E27FC236}">
                <a16:creationId xmlns:a16="http://schemas.microsoft.com/office/drawing/2014/main" id="{A685A3FD-66B8-835D-E20F-6D0BB4CFA677}"/>
              </a:ext>
            </a:extLst>
          </p:cNvPr>
          <p:cNvSpPr/>
          <p:nvPr/>
        </p:nvSpPr>
        <p:spPr>
          <a:xfrm>
            <a:off x="4695360" y="70315"/>
            <a:ext cx="1987823" cy="63609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Segregar a caixa inteira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84BD7D28-855C-3C4C-8C22-CC541F2884EB}"/>
              </a:ext>
            </a:extLst>
          </p:cNvPr>
          <p:cNvSpPr txBox="1"/>
          <p:nvPr/>
        </p:nvSpPr>
        <p:spPr>
          <a:xfrm>
            <a:off x="4116178" y="43380"/>
            <a:ext cx="527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Sim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B00559DF-C671-3B93-6DF2-12CCE2319FD2}"/>
              </a:ext>
            </a:extLst>
          </p:cNvPr>
          <p:cNvSpPr txBox="1"/>
          <p:nvPr/>
        </p:nvSpPr>
        <p:spPr>
          <a:xfrm>
            <a:off x="5358222" y="963875"/>
            <a:ext cx="566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Não</a:t>
            </a: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2B4BB1D8-C88A-49AC-B44D-AB3D4F053C41}"/>
              </a:ext>
            </a:extLst>
          </p:cNvPr>
          <p:cNvSpPr txBox="1"/>
          <p:nvPr/>
        </p:nvSpPr>
        <p:spPr>
          <a:xfrm>
            <a:off x="6793175" y="1770985"/>
            <a:ext cx="566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Não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64A0C0D0-AB63-AABC-7C9B-59C51D861101}"/>
              </a:ext>
            </a:extLst>
          </p:cNvPr>
          <p:cNvSpPr txBox="1"/>
          <p:nvPr/>
        </p:nvSpPr>
        <p:spPr>
          <a:xfrm>
            <a:off x="8241445" y="944992"/>
            <a:ext cx="527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Sim</a:t>
            </a:r>
          </a:p>
        </p:txBody>
      </p:sp>
      <p:cxnSp>
        <p:nvCxnSpPr>
          <p:cNvPr id="69" name="Conector de Seta Reta 68">
            <a:extLst>
              <a:ext uri="{FF2B5EF4-FFF2-40B4-BE49-F238E27FC236}">
                <a16:creationId xmlns:a16="http://schemas.microsoft.com/office/drawing/2014/main" id="{821896B4-45A6-37EB-08A3-22176AADB224}"/>
              </a:ext>
            </a:extLst>
          </p:cNvPr>
          <p:cNvCxnSpPr>
            <a:cxnSpLocks/>
          </p:cNvCxnSpPr>
          <p:nvPr/>
        </p:nvCxnSpPr>
        <p:spPr>
          <a:xfrm flipH="1">
            <a:off x="7409639" y="2898430"/>
            <a:ext cx="1" cy="360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Conector de Seta Reta 69">
            <a:extLst>
              <a:ext uri="{FF2B5EF4-FFF2-40B4-BE49-F238E27FC236}">
                <a16:creationId xmlns:a16="http://schemas.microsoft.com/office/drawing/2014/main" id="{085D4075-93CC-1021-45BA-F46A6BAB15C8}"/>
              </a:ext>
            </a:extLst>
          </p:cNvPr>
          <p:cNvCxnSpPr>
            <a:cxnSpLocks/>
          </p:cNvCxnSpPr>
          <p:nvPr/>
        </p:nvCxnSpPr>
        <p:spPr>
          <a:xfrm flipH="1">
            <a:off x="7402400" y="3961363"/>
            <a:ext cx="1" cy="360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Losango 70">
            <a:extLst>
              <a:ext uri="{FF2B5EF4-FFF2-40B4-BE49-F238E27FC236}">
                <a16:creationId xmlns:a16="http://schemas.microsoft.com/office/drawing/2014/main" id="{C2D8876E-6E28-AB36-9664-2B978A08D88D}"/>
              </a:ext>
            </a:extLst>
          </p:cNvPr>
          <p:cNvSpPr/>
          <p:nvPr/>
        </p:nvSpPr>
        <p:spPr>
          <a:xfrm>
            <a:off x="6412714" y="4400214"/>
            <a:ext cx="1987819" cy="1060161"/>
          </a:xfrm>
          <a:prstGeom prst="diamond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Sucata?</a:t>
            </a:r>
          </a:p>
        </p:txBody>
      </p:sp>
      <p:cxnSp>
        <p:nvCxnSpPr>
          <p:cNvPr id="72" name="Conector de Seta Reta 71">
            <a:extLst>
              <a:ext uri="{FF2B5EF4-FFF2-40B4-BE49-F238E27FC236}">
                <a16:creationId xmlns:a16="http://schemas.microsoft.com/office/drawing/2014/main" id="{0E8F2ED0-C607-D6EC-74A7-918636399880}"/>
              </a:ext>
            </a:extLst>
          </p:cNvPr>
          <p:cNvCxnSpPr>
            <a:cxnSpLocks/>
          </p:cNvCxnSpPr>
          <p:nvPr/>
        </p:nvCxnSpPr>
        <p:spPr>
          <a:xfrm flipH="1">
            <a:off x="7424911" y="5432474"/>
            <a:ext cx="1" cy="360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Retângulo 72">
            <a:extLst>
              <a:ext uri="{FF2B5EF4-FFF2-40B4-BE49-F238E27FC236}">
                <a16:creationId xmlns:a16="http://schemas.microsoft.com/office/drawing/2014/main" id="{F10C93E7-89E1-6C1D-FC69-DDAC10F6B293}"/>
              </a:ext>
            </a:extLst>
          </p:cNvPr>
          <p:cNvSpPr/>
          <p:nvPr/>
        </p:nvSpPr>
        <p:spPr>
          <a:xfrm>
            <a:off x="6415727" y="5861918"/>
            <a:ext cx="1987823" cy="63609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Segregar a caixa inteira</a:t>
            </a:r>
          </a:p>
        </p:txBody>
      </p:sp>
      <p:cxnSp>
        <p:nvCxnSpPr>
          <p:cNvPr id="74" name="Conector de Seta Reta 73">
            <a:extLst>
              <a:ext uri="{FF2B5EF4-FFF2-40B4-BE49-F238E27FC236}">
                <a16:creationId xmlns:a16="http://schemas.microsoft.com/office/drawing/2014/main" id="{B5064EC2-ABED-EDE0-76BB-190D04D30282}"/>
              </a:ext>
            </a:extLst>
          </p:cNvPr>
          <p:cNvCxnSpPr>
            <a:cxnSpLocks/>
          </p:cNvCxnSpPr>
          <p:nvPr/>
        </p:nvCxnSpPr>
        <p:spPr>
          <a:xfrm>
            <a:off x="8395960" y="4930294"/>
            <a:ext cx="90706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Retângulo 74">
            <a:extLst>
              <a:ext uri="{FF2B5EF4-FFF2-40B4-BE49-F238E27FC236}">
                <a16:creationId xmlns:a16="http://schemas.microsoft.com/office/drawing/2014/main" id="{1D7E9413-05F4-A5B3-4144-FC5414F2A219}"/>
              </a:ext>
            </a:extLst>
          </p:cNvPr>
          <p:cNvSpPr/>
          <p:nvPr/>
        </p:nvSpPr>
        <p:spPr>
          <a:xfrm>
            <a:off x="8776727" y="911317"/>
            <a:ext cx="1987823" cy="8039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Interromper usinagem da caixa do cachimbo</a:t>
            </a:r>
          </a:p>
        </p:txBody>
      </p:sp>
      <p:cxnSp>
        <p:nvCxnSpPr>
          <p:cNvPr id="80" name="Conector: Angulado 79">
            <a:extLst>
              <a:ext uri="{FF2B5EF4-FFF2-40B4-BE49-F238E27FC236}">
                <a16:creationId xmlns:a16="http://schemas.microsoft.com/office/drawing/2014/main" id="{1FC39A23-A961-0808-5E95-642995E6B43E}"/>
              </a:ext>
            </a:extLst>
          </p:cNvPr>
          <p:cNvCxnSpPr>
            <a:stCxn id="56" idx="3"/>
            <a:endCxn id="52" idx="3"/>
          </p:cNvCxnSpPr>
          <p:nvPr/>
        </p:nvCxnSpPr>
        <p:spPr>
          <a:xfrm flipH="1" flipV="1">
            <a:off x="5126130" y="4962941"/>
            <a:ext cx="40383" cy="1221862"/>
          </a:xfrm>
          <a:prstGeom prst="bentConnector3">
            <a:avLst>
              <a:gd name="adj1" fmla="val -1452118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Conector: Angulado 84">
            <a:extLst>
              <a:ext uri="{FF2B5EF4-FFF2-40B4-BE49-F238E27FC236}">
                <a16:creationId xmlns:a16="http://schemas.microsoft.com/office/drawing/2014/main" id="{12935B4B-BB7D-C430-60EE-FD2DDFEACD04}"/>
              </a:ext>
            </a:extLst>
          </p:cNvPr>
          <p:cNvCxnSpPr>
            <a:cxnSpLocks/>
            <a:stCxn id="75" idx="0"/>
            <a:endCxn id="45" idx="0"/>
          </p:cNvCxnSpPr>
          <p:nvPr/>
        </p:nvCxnSpPr>
        <p:spPr>
          <a:xfrm rot="16200000" flipV="1">
            <a:off x="8499451" y="-359871"/>
            <a:ext cx="131094" cy="2411282"/>
          </a:xfrm>
          <a:prstGeom prst="bentConnector3">
            <a:avLst>
              <a:gd name="adj1" fmla="val 274379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Conector de Seta Reta 90">
            <a:extLst>
              <a:ext uri="{FF2B5EF4-FFF2-40B4-BE49-F238E27FC236}">
                <a16:creationId xmlns:a16="http://schemas.microsoft.com/office/drawing/2014/main" id="{9C6195B6-6B0E-B0FC-CEF1-3951836630BA}"/>
              </a:ext>
            </a:extLst>
          </p:cNvPr>
          <p:cNvCxnSpPr>
            <a:cxnSpLocks/>
          </p:cNvCxnSpPr>
          <p:nvPr/>
        </p:nvCxnSpPr>
        <p:spPr>
          <a:xfrm flipH="1">
            <a:off x="10448089" y="5216479"/>
            <a:ext cx="1" cy="540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Fluxograma: Terminação 91">
            <a:extLst>
              <a:ext uri="{FF2B5EF4-FFF2-40B4-BE49-F238E27FC236}">
                <a16:creationId xmlns:a16="http://schemas.microsoft.com/office/drawing/2014/main" id="{7F0F9B0D-0BDE-62F5-CA31-E7B2C3204C02}"/>
              </a:ext>
            </a:extLst>
          </p:cNvPr>
          <p:cNvSpPr/>
          <p:nvPr/>
        </p:nvSpPr>
        <p:spPr>
          <a:xfrm>
            <a:off x="9231579" y="5780958"/>
            <a:ext cx="2433020" cy="803926"/>
          </a:xfrm>
          <a:prstGeom prst="flowChartTerminator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Fim da primeira etapa</a:t>
            </a:r>
          </a:p>
        </p:txBody>
      </p:sp>
    </p:spTree>
    <p:extLst>
      <p:ext uri="{BB962C8B-B14F-4D97-AF65-F5344CB8AC3E}">
        <p14:creationId xmlns:p14="http://schemas.microsoft.com/office/powerpoint/2010/main" val="72619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89</Words>
  <Application>Microsoft Office PowerPoint</Application>
  <PresentationFormat>Widescreen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Alexandre Kichler Martins</dc:creator>
  <cp:lastModifiedBy>Cristiano Nodari</cp:lastModifiedBy>
  <cp:revision>4</cp:revision>
  <dcterms:created xsi:type="dcterms:W3CDTF">2022-06-20T18:42:37Z</dcterms:created>
  <dcterms:modified xsi:type="dcterms:W3CDTF">2022-06-21T12:24:22Z</dcterms:modified>
</cp:coreProperties>
</file>